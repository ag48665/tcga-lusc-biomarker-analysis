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3" d="100"/>
          <a:sy n="123" d="100"/>
        </p:scale>
        <p:origin x="1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F316B-1D82-A2A2-95FB-DA95223B17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0897B1-ADBC-8BB8-885D-07B936D92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F59AF-2ECE-EADC-B65A-CC95D90F7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9255-0FC4-498B-9606-C70843CF893C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92389-F263-F302-761A-6AF8AE588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2B2ED-24DC-3727-174B-F2F140986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1E22-03B9-403F-B0B4-0A34DFC34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6793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3A444-1A93-ED73-6FCF-CA252A069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FE86B-7B8F-2217-1F0B-70A3603E1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3229E-E85C-6501-18A7-AF665967C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9255-0FC4-498B-9606-C70843CF893C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6E23E-4AE2-4E60-0830-47CBC4A3E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947CB-EC83-7CDB-4FD1-D1A7970C6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1E22-03B9-403F-B0B4-0A34DFC34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458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86DE2-094E-39E7-9949-0869F139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AA519-D64D-8B85-3BAE-3B2757BD5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9DC38-F71C-65FC-B54D-CF811EE64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9255-0FC4-498B-9606-C70843CF893C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9BA62-E60A-7038-B257-B40421575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2958C-123B-354D-E334-1807AAAB1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1E22-03B9-403F-B0B4-0A34DFC34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7640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FE51D-5B0F-C270-55B8-18A380D32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0305E-281C-5281-CB93-A9FB232A8D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E211E1-A890-DD11-BA35-5CB4DEFC11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C249C-09A6-F481-FC65-AF5DEEEE0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9255-0FC4-498B-9606-C70843CF893C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5DD79-65CF-2F9C-C67C-35D928FE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8AC4E-C168-D6D9-9D25-1630B8A5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1E22-03B9-403F-B0B4-0A34DFC34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4235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AAE7C-1252-CB6C-A8D6-23E406120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91605-634B-C33E-F181-8A42B8223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21B5BF-429A-3FC3-C71B-8F97E0FC1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BD2725-AE56-716D-F2C8-589EB7F8C9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4588C6-6015-9616-F8C4-0ED3428276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20620F-BD41-9DEA-DF08-ED2BA5626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9255-0FC4-498B-9606-C70843CF893C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CA2265-9E76-0F92-1CEF-127BB16DD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3BE61B-D5D8-1C05-9238-5415D8A5C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1E22-03B9-403F-B0B4-0A34DFC34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4870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FEE6C-A22E-DA8B-8A47-00B46D77A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256045-7734-43B5-DFE3-C1DF569F9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9255-0FC4-498B-9606-C70843CF893C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3EA063-EF62-37EA-A5C5-72C393951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2A4747-0DCF-B17C-2A87-AF5017A9A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1E22-03B9-403F-B0B4-0A34DFC34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2390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36E91-1C1C-4735-1CCD-8DDDE0879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9255-0FC4-498B-9606-C70843CF893C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F1C2C0-CC4D-DCB6-07A0-DF8373635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9ABC2-01F3-7E47-D0F9-A097C15A6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1E22-03B9-403F-B0B4-0A34DFC34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7607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32C3B-AEC0-895B-1800-E44A5B673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03EDF-9F08-9960-C4BC-4BE36DBA7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40D413-79AB-A136-9B29-D8864EB0A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CB1EB-0D66-C1BE-A1F7-2588BB7DF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9255-0FC4-498B-9606-C70843CF893C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5CAE5-9694-3869-0A56-5A428CF0B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B9816-1368-BFE2-38E2-F17A65527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1E22-03B9-403F-B0B4-0A34DFC34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5892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E9B3C-0F99-BF6F-F7F4-1E2AF101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4F9858-A704-4587-3600-8F315B2FDF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86358A-8391-B32D-7758-30F63B306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663AA-D26F-9915-7F97-5332AC8A8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9255-0FC4-498B-9606-C70843CF893C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8A052-4F9A-C07D-6AFD-AC14D0BAF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4E73F-085C-49E7-ADCB-1EF75F66E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1E22-03B9-403F-B0B4-0A34DFC34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2133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933CB-2F1F-6018-C8B0-2E975448A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AA842C-BCAE-0BED-FA70-CF7C11859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23259-F268-78FE-744B-4C134FEC1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9255-0FC4-498B-9606-C70843CF893C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6AB16-8788-C24F-9A1A-365FB921F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C79E2-34A5-C740-539C-43EE765AC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1E22-03B9-403F-B0B4-0A34DFC34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497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14DEF1-FDB9-38B4-53D5-B4AF2AFB4A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0E166D-AE9D-7EED-E223-D6BCE87408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1DFFA-B248-7803-B0C6-0E7032EA2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9255-0FC4-498B-9606-C70843CF893C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776C8-38EF-89A6-C561-F60E35269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22359-36B0-56F8-62F0-2DCC1285A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1E22-03B9-403F-B0B4-0A34DFC34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60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A901AE-7CDA-5017-F443-19EA91E61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F1151-1384-6B9A-4F57-46479C383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F0F30-0E8B-8147-106D-BA7F583496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4D9255-0FC4-498B-9606-C70843CF893C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D5243-57F0-269A-5C6E-DCB858C90C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379C4-6E00-5424-971E-DC83832019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7D1E22-03B9-403F-B0B4-0A34DFC34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587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9A9E66-D6BD-E232-4CD6-83797F27AB66}"/>
              </a:ext>
            </a:extLst>
          </p:cNvPr>
          <p:cNvSpPr/>
          <p:nvPr/>
        </p:nvSpPr>
        <p:spPr>
          <a:xfrm>
            <a:off x="0" y="286867"/>
            <a:ext cx="1506070" cy="10650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5565EF-6A35-5BE7-3E4C-ADF8BC97CEC7}"/>
              </a:ext>
            </a:extLst>
          </p:cNvPr>
          <p:cNvSpPr/>
          <p:nvPr/>
        </p:nvSpPr>
        <p:spPr>
          <a:xfrm>
            <a:off x="5457715" y="286866"/>
            <a:ext cx="1506070" cy="10650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0E6A26-356A-BAE4-5F19-AA041F2C487F}"/>
              </a:ext>
            </a:extLst>
          </p:cNvPr>
          <p:cNvSpPr/>
          <p:nvPr/>
        </p:nvSpPr>
        <p:spPr>
          <a:xfrm>
            <a:off x="3612777" y="301214"/>
            <a:ext cx="1506070" cy="10650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C80862-7CD2-F14B-2F22-DDA3552D1666}"/>
              </a:ext>
            </a:extLst>
          </p:cNvPr>
          <p:cNvSpPr/>
          <p:nvPr/>
        </p:nvSpPr>
        <p:spPr>
          <a:xfrm>
            <a:off x="1767839" y="286867"/>
            <a:ext cx="1506070" cy="10650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</a:rPr>
              <a:t>Quality Control</a:t>
            </a:r>
          </a:p>
          <a:p>
            <a:pPr algn="ctr"/>
            <a:r>
              <a:rPr lang="en-GB" sz="1000" dirty="0">
                <a:solidFill>
                  <a:schemeClr val="tx1"/>
                </a:solidFill>
              </a:rPr>
              <a:t>Filtering TP vs 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167219-3B84-1A18-EA21-DCAE41C01493}"/>
              </a:ext>
            </a:extLst>
          </p:cNvPr>
          <p:cNvSpPr/>
          <p:nvPr/>
        </p:nvSpPr>
        <p:spPr>
          <a:xfrm>
            <a:off x="7210316" y="286865"/>
            <a:ext cx="1506070" cy="10650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57F291-8744-238F-C8BA-0B69AFD3B0C7}"/>
              </a:ext>
            </a:extLst>
          </p:cNvPr>
          <p:cNvSpPr/>
          <p:nvPr/>
        </p:nvSpPr>
        <p:spPr>
          <a:xfrm>
            <a:off x="8962917" y="286864"/>
            <a:ext cx="1506070" cy="10650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5E54CD-DA40-FBC6-D44B-FE654BDF41A2}"/>
              </a:ext>
            </a:extLst>
          </p:cNvPr>
          <p:cNvSpPr txBox="1"/>
          <p:nvPr/>
        </p:nvSpPr>
        <p:spPr>
          <a:xfrm>
            <a:off x="129092" y="494852"/>
            <a:ext cx="1032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TCGA-LUSC</a:t>
            </a:r>
          </a:p>
          <a:p>
            <a:r>
              <a:rPr lang="en-GB" sz="1000" dirty="0"/>
              <a:t>RNA-</a:t>
            </a:r>
            <a:r>
              <a:rPr lang="en-GB" sz="1000" dirty="0" err="1"/>
              <a:t>seq</a:t>
            </a:r>
            <a:r>
              <a:rPr lang="en-GB" sz="1000" dirty="0"/>
              <a:t>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2327F0-2B33-B5AF-CD38-E7A33630B421}"/>
              </a:ext>
            </a:extLst>
          </p:cNvPr>
          <p:cNvSpPr txBox="1"/>
          <p:nvPr/>
        </p:nvSpPr>
        <p:spPr>
          <a:xfrm>
            <a:off x="4055633" y="494852"/>
            <a:ext cx="9789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Normalization</a:t>
            </a:r>
          </a:p>
          <a:p>
            <a:r>
              <a:rPr lang="en-GB" sz="1000" dirty="0"/>
              <a:t>DESeq2 (VST)</a:t>
            </a:r>
          </a:p>
          <a:p>
            <a:r>
              <a:rPr lang="en-GB" sz="1000" dirty="0"/>
              <a:t>PCA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8C8E17-F9C4-2F2E-84CE-47455C6880C9}"/>
              </a:ext>
            </a:extLst>
          </p:cNvPr>
          <p:cNvSpPr txBox="1"/>
          <p:nvPr/>
        </p:nvSpPr>
        <p:spPr>
          <a:xfrm>
            <a:off x="5704246" y="494852"/>
            <a:ext cx="13742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Differential Expression</a:t>
            </a:r>
          </a:p>
          <a:p>
            <a:r>
              <a:rPr lang="en-GB" sz="1000" dirty="0"/>
              <a:t>DESeq2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B08B56-AA18-C4C5-62C0-D44B1F0DDF4B}"/>
              </a:ext>
            </a:extLst>
          </p:cNvPr>
          <p:cNvSpPr txBox="1"/>
          <p:nvPr/>
        </p:nvSpPr>
        <p:spPr>
          <a:xfrm>
            <a:off x="7340302" y="494852"/>
            <a:ext cx="1914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Functional Analysis</a:t>
            </a:r>
          </a:p>
          <a:p>
            <a:r>
              <a:rPr lang="en-GB" sz="1000" dirty="0"/>
              <a:t>GO enrichment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283A51-E58E-4F4E-5069-DB1E90879D9A}"/>
              </a:ext>
            </a:extLst>
          </p:cNvPr>
          <p:cNvSpPr/>
          <p:nvPr/>
        </p:nvSpPr>
        <p:spPr>
          <a:xfrm>
            <a:off x="10715518" y="301213"/>
            <a:ext cx="1506070" cy="10650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66B0A9-F5F7-CE74-190F-658714AB5483}"/>
              </a:ext>
            </a:extLst>
          </p:cNvPr>
          <p:cNvSpPr txBox="1"/>
          <p:nvPr/>
        </p:nvSpPr>
        <p:spPr>
          <a:xfrm>
            <a:off x="8962917" y="494852"/>
            <a:ext cx="1192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Survival Analysis</a:t>
            </a:r>
          </a:p>
          <a:p>
            <a:r>
              <a:rPr lang="en-GB" sz="1000" dirty="0"/>
              <a:t>Kaplan-Meier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C6F6B-6CC0-8704-5F14-50C8B92FC6CD}"/>
              </a:ext>
            </a:extLst>
          </p:cNvPr>
          <p:cNvSpPr txBox="1"/>
          <p:nvPr/>
        </p:nvSpPr>
        <p:spPr>
          <a:xfrm>
            <a:off x="10858953" y="422227"/>
            <a:ext cx="1219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Candidate Biomarkers</a:t>
            </a:r>
          </a:p>
          <a:p>
            <a:r>
              <a:rPr lang="en-GB" sz="1000" dirty="0"/>
              <a:t>Gene signature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90E0012-5324-0761-11F3-A996A2323A60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1506070" y="819371"/>
            <a:ext cx="2617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5316BA4-9E36-54EB-81AF-6C85845BB2DF}"/>
              </a:ext>
            </a:extLst>
          </p:cNvPr>
          <p:cNvCxnSpPr>
            <a:cxnSpLocks/>
          </p:cNvCxnSpPr>
          <p:nvPr/>
        </p:nvCxnSpPr>
        <p:spPr>
          <a:xfrm>
            <a:off x="3273909" y="771851"/>
            <a:ext cx="2752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D8D6139-AFBF-961E-2467-0AA295144DB0}"/>
              </a:ext>
            </a:extLst>
          </p:cNvPr>
          <p:cNvCxnSpPr>
            <a:cxnSpLocks/>
          </p:cNvCxnSpPr>
          <p:nvPr/>
        </p:nvCxnSpPr>
        <p:spPr>
          <a:xfrm>
            <a:off x="5118847" y="771851"/>
            <a:ext cx="2502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C748658-97A3-2230-B653-8AC7B25AA048}"/>
              </a:ext>
            </a:extLst>
          </p:cNvPr>
          <p:cNvCxnSpPr>
            <a:cxnSpLocks/>
          </p:cNvCxnSpPr>
          <p:nvPr/>
        </p:nvCxnSpPr>
        <p:spPr>
          <a:xfrm>
            <a:off x="6963785" y="771851"/>
            <a:ext cx="2502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F81CEB4-3E9F-B4F6-89E4-F1B8922615A2}"/>
              </a:ext>
            </a:extLst>
          </p:cNvPr>
          <p:cNvCxnSpPr>
            <a:cxnSpLocks/>
          </p:cNvCxnSpPr>
          <p:nvPr/>
        </p:nvCxnSpPr>
        <p:spPr>
          <a:xfrm>
            <a:off x="8716386" y="771851"/>
            <a:ext cx="2502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EE98151-B7E3-2917-0A9A-EEBF83999C64}"/>
              </a:ext>
            </a:extLst>
          </p:cNvPr>
          <p:cNvCxnSpPr>
            <a:cxnSpLocks/>
          </p:cNvCxnSpPr>
          <p:nvPr/>
        </p:nvCxnSpPr>
        <p:spPr>
          <a:xfrm>
            <a:off x="10468987" y="771851"/>
            <a:ext cx="2502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4118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AGATA GABARA</dc:creator>
  <cp:lastModifiedBy>AGATA GABARA</cp:lastModifiedBy>
  <cp:revision>1</cp:revision>
  <dcterms:created xsi:type="dcterms:W3CDTF">2026-02-20T23:51:10Z</dcterms:created>
  <dcterms:modified xsi:type="dcterms:W3CDTF">2026-02-20T23:53:05Z</dcterms:modified>
</cp:coreProperties>
</file>